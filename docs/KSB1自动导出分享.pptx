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21C"/>
                </a:solidFill>
              </a:rPr>
              <a:t>KSB1 自动导出分享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377440" cy="73152"/>
          </a:xfrm>
          <a:prstGeom prst="rect">
            <a:avLst/>
          </a:prstGeom>
          <a:solidFill>
            <a:srgbClr val="B3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E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692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8221C"/>
                </a:solidFill>
              </a:defRPr>
            </a:pPr>
            <a:r>
              <a:t>把重复的 SAP 导出动作自动化</a:t>
            </a:r>
          </a:p>
          <a:p>
            <a:pPr>
              <a:spcAft>
                <a:spcPts val="1000"/>
              </a:spcAft>
              <a:defRPr sz="2100">
                <a:solidFill>
                  <a:srgbClr val="28221C"/>
                </a:solidFill>
              </a:defRPr>
            </a:pPr>
            <a:r>
              <a:t>分享对象：内部同事</a:t>
            </a:r>
          </a:p>
          <a:p>
            <a:pPr>
              <a:spcAft>
                <a:spcPts val="1000"/>
              </a:spcAft>
              <a:defRPr sz="2100">
                <a:solidFill>
                  <a:srgbClr val="28221C"/>
                </a:solidFill>
              </a:defRPr>
            </a:pPr>
            <a:r>
              <a:t>目标：会用、敢用、知道边界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55C"/>
                </a:solidFill>
              </a:defRPr>
            </a:pPr>
            <a:r>
              <a:t>KSB1 自动导出分享 | 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21C"/>
                </a:solidFill>
              </a:rPr>
              <a:t>为什么要做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377440" cy="73152"/>
          </a:xfrm>
          <a:prstGeom prst="rect">
            <a:avLst/>
          </a:prstGeom>
          <a:solidFill>
            <a:srgbClr val="B3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E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692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每个月都要重复进入 SAP 做 KSB1 导出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步骤多，容易点错、漏点、选错月份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时间应该花在核对和分析，而不是重复点击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55C"/>
                </a:solidFill>
              </a:defRPr>
            </a:pPr>
            <a:r>
              <a:t>KSB1 自动导出分享 | 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21C"/>
                </a:solidFill>
              </a:rPr>
              <a:t>这个工具解决什么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377440" cy="73152"/>
          </a:xfrm>
          <a:prstGeom prst="rect">
            <a:avLst/>
          </a:prstGeom>
          <a:solidFill>
            <a:srgbClr val="B3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E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692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自动执行 KSB1 导出流程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减少人工重复操作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降低导出过程中的操作错误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缩短每月固定动作处理时间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55C"/>
                </a:solidFill>
              </a:defRPr>
            </a:pPr>
            <a:r>
              <a:t>KSB1 自动导出分享 | 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21C"/>
                </a:solidFill>
              </a:rPr>
              <a:t>它不解决什么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377440" cy="73152"/>
          </a:xfrm>
          <a:prstGeom prst="rect">
            <a:avLst/>
          </a:prstGeom>
          <a:solidFill>
            <a:srgbClr val="B3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E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692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不替代财务判断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不替代结果核对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不能绕过 SAP、VPN、权限或环境问题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本质是工作辅助工具，不是万能机器人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55C"/>
                </a:solidFill>
              </a:defRPr>
            </a:pPr>
            <a:r>
              <a:t>KSB1 自动导出分享 | 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21C"/>
                </a:solidFill>
              </a:rPr>
              <a:t>使用流程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377440" cy="73152"/>
          </a:xfrm>
          <a:prstGeom prst="rect">
            <a:avLst/>
          </a:prstGeom>
          <a:solidFill>
            <a:srgbClr val="B3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E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692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打开应用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输入 SAP 用户名和密码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选择年份和月份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选择输出目录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点击开始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查看导出结果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55C"/>
                </a:solidFill>
              </a:defRPr>
            </a:pPr>
            <a:r>
              <a:t>KSB1 自动导出分享 | 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21C"/>
                </a:solidFill>
              </a:rPr>
              <a:t>运行前提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377440" cy="73152"/>
          </a:xfrm>
          <a:prstGeom prst="rect">
            <a:avLst/>
          </a:prstGeom>
          <a:solidFill>
            <a:srgbClr val="B3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E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692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本机已安装 SAP GUI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SAP 账号和权限正常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VPN 可连接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macOS 权限已放开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输出目录可写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55C"/>
                </a:solidFill>
              </a:defRPr>
            </a:pPr>
            <a:r>
              <a:t>KSB1 自动导出分享 | 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21C"/>
                </a:solidFill>
              </a:rPr>
              <a:t>演示建议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377440" cy="73152"/>
          </a:xfrm>
          <a:prstGeom prst="rect">
            <a:avLst/>
          </a:prstGeom>
          <a:solidFill>
            <a:srgbClr val="B3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E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692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先讲痛点，再讲流程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现场跑一次真实导出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最后展示输出文件夹和结果文件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提前准备录屏，防止现场网络或 SAP 翻车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55C"/>
                </a:solidFill>
              </a:defRPr>
            </a:pPr>
            <a:r>
              <a:t>KSB1 自动导出分享 | 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21C"/>
                </a:solidFill>
              </a:rPr>
              <a:t>怎么给同事介绍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377440" cy="73152"/>
          </a:xfrm>
          <a:prstGeom prst="rect">
            <a:avLst/>
          </a:prstGeom>
          <a:solidFill>
            <a:srgbClr val="B3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E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692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这不是替你判断数据，而是替你做重复动作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价值是减少重复点击和人为失误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能不能顺利用，取决于 SAP、VPN、权限和本机环境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55C"/>
                </a:solidFill>
              </a:defRPr>
            </a:pPr>
            <a:r>
              <a:t>KSB1 自动导出分享 | 第 8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21C"/>
                </a:solidFill>
              </a:rP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2377440" cy="73152"/>
          </a:xfrm>
          <a:prstGeom prst="rect">
            <a:avLst/>
          </a:prstGeom>
          <a:solidFill>
            <a:srgbClr val="B33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E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692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为什么跑不起来？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优先排查：SAP GUI / VPN / 权限 / 系统设置</a:t>
            </a:r>
          </a:p>
          <a:p>
            <a:pPr>
              <a:spcAft>
                <a:spcPts val="1000"/>
              </a:spcAft>
              <a:defRPr sz="2200">
                <a:solidFill>
                  <a:srgbClr val="28221C"/>
                </a:solidFill>
              </a:defRPr>
            </a:pPr>
            <a:r>
              <a:t>先把流程跑通，再逐步推广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55C"/>
                </a:solidFill>
              </a:defRPr>
            </a:pPr>
            <a:r>
              <a:t>KSB1 自动导出分享 | 第 9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